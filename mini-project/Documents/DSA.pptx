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8C1BA5B-1DA2-8479-E06B-1464A9D7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A39995B6-2D72-0143-8C3D-45B7B7D41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61A0301D-549E-F3CE-874B-97947AEB2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756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FFA4511-B791-348A-92B2-352A2616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6032199E-E606-90DC-89F9-8851B4C5C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40E69A6-8020-5810-22BC-25ABC97722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625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CCAEFD3-EA66-F70D-A31D-E808B48B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64387264-49D2-8115-2902-296208E4FB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9EF2BBC2-5A02-C626-36FD-F51D7538E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099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2401169-B4F4-FAD7-6D6C-BAC832A2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2CB42EC9-95BC-8E9C-74F4-734C9A569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5E00BA1B-211F-F67A-7A59-8495DF700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389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US" sz="1800" b="1" dirty="0">
                <a:solidFill>
                  <a:schemeClr val="bg1"/>
                </a:solidFill>
              </a:rPr>
              <a:t>Memory-Constrained Embedded System</a:t>
            </a:r>
            <a:br>
              <a:rPr lang="en-US" dirty="0"/>
            </a:br>
            <a:r>
              <a:rPr lang="en-GB" sz="832" b="1" dirty="0">
                <a:solidFill>
                  <a:schemeClr val="lt1"/>
                </a:solidFill>
              </a:rPr>
              <a:t>By Group - 12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Problem Statement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solution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Working (Method/Mind map)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Conclusion.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8FEE34FB-9843-0827-9E11-FFDB066D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EE8337C7-C2D2-145D-56A6-13D7AF85B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>
                <a:solidFill>
                  <a:srgbClr val="A81B50"/>
                </a:solidFill>
              </a:rPr>
              <a:t>Problem Statement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9E2C977-EC8A-5305-6FBB-85302261A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82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- Embedded systems operate in </a:t>
            </a:r>
            <a:r>
              <a:rPr lang="en-IN" sz="1100" b="1" dirty="0">
                <a:solidFill>
                  <a:schemeClr val="tx1"/>
                </a:solidFill>
              </a:rPr>
              <a:t>limited memory environments</a:t>
            </a:r>
            <a:r>
              <a:rPr lang="en-IN" sz="1100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- Memory write operations are </a:t>
            </a:r>
            <a:r>
              <a:rPr lang="en-IN" sz="1100" b="1" dirty="0">
                <a:solidFill>
                  <a:schemeClr val="tx1"/>
                </a:solidFill>
              </a:rPr>
              <a:t>costly and time-consuming</a:t>
            </a:r>
            <a:r>
              <a:rPr lang="en-IN" sz="1100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- Frequent writes can </a:t>
            </a:r>
            <a:r>
              <a:rPr lang="en-IN" sz="1100" b="1" dirty="0">
                <a:solidFill>
                  <a:schemeClr val="tx1"/>
                </a:solidFill>
              </a:rPr>
              <a:t>reduce hardware lifespan</a:t>
            </a:r>
            <a:r>
              <a:rPr lang="en-IN" sz="1100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- Traditional sorting algorithms perform </a:t>
            </a:r>
            <a:r>
              <a:rPr lang="en-IN" sz="1100" b="1" dirty="0">
                <a:solidFill>
                  <a:schemeClr val="tx1"/>
                </a:solidFill>
              </a:rPr>
              <a:t>many swaps</a:t>
            </a:r>
            <a:r>
              <a:rPr lang="en-IN" sz="1100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📊 </a:t>
            </a:r>
            <a:r>
              <a:rPr lang="en-IN" sz="1100" b="1" dirty="0">
                <a:solidFill>
                  <a:schemeClr val="tx1"/>
                </a:solidFill>
              </a:rPr>
              <a:t>Data Context:</a:t>
            </a: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Limited memory availability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Expensive write operations </a:t>
            </a:r>
          </a:p>
          <a:p>
            <a:pPr marL="114300" indent="0">
              <a:buNone/>
            </a:pP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📌 </a:t>
            </a:r>
            <a:r>
              <a:rPr lang="en-IN" sz="1100" b="1" dirty="0">
                <a:solidFill>
                  <a:schemeClr val="tx1"/>
                </a:solidFill>
              </a:rPr>
              <a:t>Objective:</a:t>
            </a: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Sort data efficiently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Minimize memory writes 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797B485A-CF6C-F9D7-3340-E2BA4666E3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68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249A720D-B0CB-6FA9-2559-86B2EA6B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C723A68-2C44-6FB1-3A1F-C1185241A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Solution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03CA8C0-1B07-DB4F-307E-AA86482B5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⚙️ </a:t>
            </a:r>
            <a:r>
              <a:rPr lang="en-IN" sz="1100" b="1" dirty="0">
                <a:solidFill>
                  <a:schemeClr val="tx1"/>
                </a:solidFill>
              </a:rPr>
              <a:t>Approach:</a:t>
            </a: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Use </a:t>
            </a:r>
            <a:r>
              <a:rPr lang="en-IN" sz="1100" b="1" dirty="0">
                <a:solidFill>
                  <a:schemeClr val="tx1"/>
                </a:solidFill>
              </a:rPr>
              <a:t>Selection Sort Algorithm</a:t>
            </a:r>
            <a:r>
              <a:rPr lang="en-IN" sz="1100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Selects minimum element in each iteration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Performs </a:t>
            </a:r>
            <a:r>
              <a:rPr lang="en-IN" sz="1100" b="1" dirty="0">
                <a:solidFill>
                  <a:schemeClr val="tx1"/>
                </a:solidFill>
              </a:rPr>
              <a:t>fewer swaps compared to other algorithms</a:t>
            </a:r>
            <a:r>
              <a:rPr lang="en-IN" sz="1100" dirty="0">
                <a:solidFill>
                  <a:schemeClr val="tx1"/>
                </a:solidFill>
              </a:rPr>
              <a:t> </a:t>
            </a:r>
          </a:p>
          <a:p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💡 </a:t>
            </a:r>
            <a:r>
              <a:rPr lang="en-IN" sz="1100" b="1" dirty="0">
                <a:solidFill>
                  <a:schemeClr val="tx1"/>
                </a:solidFill>
              </a:rPr>
              <a:t>Why Selection Sort?</a:t>
            </a: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Reduces unnecessary swaps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Minimizes memory write operations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Simple and effective for small datasets </a:t>
            </a:r>
          </a:p>
          <a:p>
            <a:pPr marL="114300" indent="0">
              <a:buNone/>
            </a:pP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📦 </a:t>
            </a:r>
            <a:r>
              <a:rPr lang="en-IN" sz="1100" b="1" dirty="0">
                <a:solidFill>
                  <a:schemeClr val="tx1"/>
                </a:solidFill>
              </a:rPr>
              <a:t>Deliverables:</a:t>
            </a:r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Sorted dataset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Number of swaps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Memory write count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Comparison count </a:t>
            </a:r>
          </a:p>
          <a:p>
            <a:pPr lvl="0">
              <a:buAutoNum type="arabicPeriod"/>
            </a:pPr>
            <a:endParaRPr sz="1050" dirty="0">
              <a:solidFill>
                <a:schemeClr val="tx1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560B097B-D2D9-C82C-6C18-A19D781264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648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F7531C5-BEA9-4561-438F-5BD1B2F30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0FC3BBCB-0F20-85B0-27BB-7F262BA74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Working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E6AD848C-0F05-C1DB-0FD2-BA50F20C0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sz="1100" b="1" dirty="0">
                <a:solidFill>
                  <a:schemeClr val="tx1"/>
                </a:solidFill>
              </a:rPr>
              <a:t>🧠 Algorithm Steps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Take input from user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Store elements in array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Find minimum element in unsorted part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Swap only if required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Repeat until array is sorted </a:t>
            </a:r>
          </a:p>
          <a:p>
            <a:endParaRPr lang="en-IN" sz="11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100" b="1" dirty="0">
                <a:solidFill>
                  <a:schemeClr val="tx1"/>
                </a:solidFill>
              </a:rPr>
              <a:t>📊 Performance Tracking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Comparisons (checks between elements)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Swaps (exchange operations) </a:t>
            </a:r>
          </a:p>
          <a:p>
            <a:pPr marL="114300" indent="0">
              <a:buNone/>
            </a:pPr>
            <a:r>
              <a:rPr lang="en-IN" sz="1100" dirty="0">
                <a:solidFill>
                  <a:schemeClr val="tx1"/>
                </a:solidFill>
              </a:rPr>
              <a:t> Memory Writes (data updates in memory)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B59340C0-46B2-A653-BC8B-0D2ACB9030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35FCCC25-9597-4A46-ED52-D8650F1AE41A}"/>
              </a:ext>
            </a:extLst>
          </p:cNvPr>
          <p:cNvSpPr txBox="1">
            <a:spLocks/>
          </p:cNvSpPr>
          <p:nvPr/>
        </p:nvSpPr>
        <p:spPr>
          <a:xfrm>
            <a:off x="411294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sz="1100" dirty="0"/>
              <a:t>🔄 Process Flow</a:t>
            </a:r>
            <a:endParaRPr lang="en-IN" sz="11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187444-3D74-D073-6F63-6CDA9CB3D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949" y="1475555"/>
            <a:ext cx="4209343" cy="232857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C514CF-1929-E9B5-7192-486AC871C717}"/>
              </a:ext>
            </a:extLst>
          </p:cNvPr>
          <p:cNvCxnSpPr/>
          <p:nvPr/>
        </p:nvCxnSpPr>
        <p:spPr>
          <a:xfrm>
            <a:off x="3757717" y="1081261"/>
            <a:ext cx="0" cy="2911013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2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E6838CE-B76E-8295-B466-067EBDBC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9B2D980-5F55-DDDD-B092-93915547B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Conclusion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FD13C78-E1A5-A254-42EE-93F63234D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📈 </a:t>
            </a:r>
            <a:r>
              <a:rPr lang="en-IN" sz="1400" b="1" dirty="0">
                <a:solidFill>
                  <a:schemeClr val="tx1"/>
                </a:solidFill>
              </a:rPr>
              <a:t>Outcome:</a:t>
            </a:r>
            <a:endParaRPr lang="en-IN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  Successfully sorted dataset </a:t>
            </a: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  Reduced number of swaps </a:t>
            </a: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   Minimized memory write operations </a:t>
            </a: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  Suitable for embedded hardware systems </a:t>
            </a: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   ✔ Efficient when memory writes are expensive</a:t>
            </a:r>
            <a:br>
              <a:rPr lang="en-IN" sz="1400" dirty="0">
                <a:solidFill>
                  <a:schemeClr val="tx1"/>
                </a:solidFill>
              </a:rPr>
            </a:br>
            <a:endParaRPr lang="en-IN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⚠️ </a:t>
            </a:r>
            <a:r>
              <a:rPr lang="en-IN" sz="1400" b="1" dirty="0">
                <a:solidFill>
                  <a:schemeClr val="tx1"/>
                </a:solidFill>
              </a:rPr>
              <a:t>Limitation:</a:t>
            </a:r>
            <a:endParaRPr lang="en-IN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  Time Complexity: O(n²) </a:t>
            </a:r>
            <a:br>
              <a:rPr lang="en-IN" sz="1400" dirty="0">
                <a:solidFill>
                  <a:schemeClr val="tx1"/>
                </a:solidFill>
              </a:rPr>
            </a:br>
            <a:r>
              <a:rPr lang="en-IN" sz="1400" dirty="0">
                <a:solidFill>
                  <a:schemeClr val="tx1"/>
                </a:solidFill>
              </a:rPr>
              <a:t>  Not suitable for large datasets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32F72069-8C4B-3E86-96C2-53B608BA404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3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On-screen Show (16:9)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Index</vt:lpstr>
      <vt:lpstr>Problem Statement</vt:lpstr>
      <vt:lpstr>Solution</vt:lpstr>
      <vt:lpstr>Working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tambade</cp:lastModifiedBy>
  <cp:revision>1</cp:revision>
  <dcterms:modified xsi:type="dcterms:W3CDTF">2026-04-21T14:52:52Z</dcterms:modified>
</cp:coreProperties>
</file>